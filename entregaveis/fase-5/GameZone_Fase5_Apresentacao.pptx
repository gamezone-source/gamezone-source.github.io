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F8FAFC"/>
                </a:solidFill>
                <a:latin typeface="Arial"/>
              </a:defRPr>
            </a:pPr>
            <a:r>
              <a:rPr sz="1600" b="0" i="0" u="none" strike="noStrike">
                <a:solidFill>
                  <a:srgbClr val="F8FAFC"/>
                </a:solidFill>
                <a:latin typeface="Arial"/>
              </a:rPr>
              <a:t>Crescimento mensal simulado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2"/>
          <c:y val="0.18"/>
          <c:w val="0.78"/>
          <c:h val="0.68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Usuários</c:v>
                </c:pt>
              </c:strCache>
            </c:strRef>
          </c:tx>
          <c:spPr>
            <a:solidFill>
              <a:srgbClr val="22D3EE"/>
            </a:solidFill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112</c:v>
                </c:pt>
                <c:pt idx="2">
                  <c:v>125</c:v>
                </c:pt>
                <c:pt idx="3">
                  <c:v>140</c:v>
                </c:pt>
                <c:pt idx="4">
                  <c:v>157</c:v>
                </c:pt>
                <c:pt idx="5">
                  <c:v>176</c:v>
                </c:pt>
                <c:pt idx="6">
                  <c:v>197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F8FAFC"/>
                  </a:solidFill>
                  <a:latin typeface="Arial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CBD5E1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CBD5E1"/>
                    </a:solidFill>
                    <a:latin typeface="Arial"/>
                  </a:rPr>
                  <a:t>Mês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2B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GameZone e os quatro integrantes. Informar que esta entrega mostra a evolução da comunicação, a modelagem exponencial e as melhorias de acessibilidade. Antes de gravar, substituir o aviso pelo link real do vídeo.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Contextualizar o desafio em menos de 25 segundos. Reforçar que as reviews são escritas pela própria equipe. Separar o produto atual da visão futura para manter coerência com o que será demonstrado.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equipe, o professor e a empresa precisam de acompanhamento próximo. Usuários têm alto interesse, mas pouco poder formal; por isso devem ser mantidos informados e ouvidos em testes de 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comunicação não é só escolher WhatsApp. Cada contato tem público, informação, frequência, responsável e evidência. Citar que mudanças de escopo e arquitetura entram no GitHub ou na 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conversa como reunião assíncrona. Não mostrar o arquivo bruto, pois ele contém telefones e uma credencial. Explicar o limite: parte do acordo de Enzo ocorreu por áudio, então a ata registra somente apoio e revezamento.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ao vivo a rota /impacto. Alterar usuários iniciais, taxa e meses. Explicar as variáveis e mostrar que o gráfico tem uma tabela equivalente. Usar o exemplo de 100 usuários, 12% e seis meses, que resulta em aproximadamente 197.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no produto o link de salto, o menu móvel e o formulário com erro. Explicar o impacto para pessoas que usam teclado, têm baixa visão ou preferem menos movimento. Dizer que zero violações vale apenas para as rotas e estados testados.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parte principal do vídeo. Reservar cerca de três minutos. Evitar abrir código. Mostrar tarefas reais do usuário e explicar o benefício de cada ação. Se a demonstração ao vivo falhar, usar uma gravação pronta como plano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low-code não foi rejeitado por limitação da ferramenta. O problema é a ausência de dados históricos reais. Quando o produto tiver aquisição e retenção medidas, uma ferramenta de BI poderá acompanhar os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Concluir retomando o valor: o GameZone organiza reviews próprias e prepara uma comunidade mais confiável. A Fase 5 tornou a evolução mensurável e reduziu barreiras de uso. Lembrar que o grupo não deseja participar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amezon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48640"/>
            <a:ext cx="2468880" cy="7863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91640"/>
            <a:ext cx="6583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Comunicação, impacto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acessibilidade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58952" y="34564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 · Enterprise Challenge · Palo Alto Networks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818120" y="685800"/>
            <a:ext cx="3566160" cy="5349240"/>
          </a:xfrm>
          <a:prstGeom prst="roundRect">
            <a:avLst>
              <a:gd name="adj" fmla="val 2564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8388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8388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Enzo Furlan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183880" y="1847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255795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83880" y="2267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Camara da Silva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83880" y="2560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573006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83880" y="2980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Gustavo Aiello Ribeiro Amado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183880" y="3273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568935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83880" y="3694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Guilherme Ribeiro Rosa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183880" y="3986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572619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8952" y="4800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8952" y="507492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github.com/GameZone-source/GameZone-source.github.io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8952" y="565099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Vídeo: inserir link após publicação não listada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0080" y="65288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GAMEZONE  ·  FASE 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e a evolução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próprias hoje; comunidade confiável como direção do produto.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764792"/>
            <a:ext cx="274320" cy="274320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4168" y="1691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um espaço confiável para reviews honestas e discussões saudáveis sobre games da nova geração.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1764792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1691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atual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19456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editorial, filtros, páginas detalhadas, favoritos, recomendações explicáveis e API pública de reviews próprias.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01000" y="15087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57032" y="1764792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59368" y="1691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da Fase 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75320" y="219456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estruturada, projeção exponencial integrada e correções de acessibilidade testadas em desktop e celular.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5440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Fórum, contas e chatbot continuam no roadmap — não são apresentados como funções prontas.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5288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GAMEZONE  ·  FASE 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Partes interessadas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Poder × Interesse aplicada ao GameZone.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34440" y="1508760"/>
            <a:ext cx="9601200" cy="4297680"/>
          </a:xfrm>
          <a:prstGeom prst="rect">
            <a:avLst/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1508760"/>
            <a:ext cx="0" cy="4297680"/>
          </a:xfrm>
          <a:prstGeom prst="line">
            <a:avLst/>
          </a:prstGeom>
          <a:noFill/>
          <a:ln w="25400">
            <a:solidFill>
              <a:srgbClr val="2A2B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3657600"/>
            <a:ext cx="9601200" cy="0"/>
          </a:xfrm>
          <a:prstGeom prst="line">
            <a:avLst/>
          </a:prstGeom>
          <a:noFill/>
          <a:ln w="25400">
            <a:solidFill>
              <a:srgbClr val="2A2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SATISFEITOS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FIAP e coordenação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GERENCIAR DE PERTO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e tutor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 Networks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4526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Visitantes técnicos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INFORMADOS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4526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Usuários gamers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 rot="16200000">
            <a:off x="384048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32120" y="5989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5288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GAMEZONE  ·  FASE 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comunicação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Canal, frequência, responsável e resultado esperado.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673352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4168" y="1600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ou Teams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vezes por semana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Avanços, bloqueios e responsáveis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167335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1600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técnicas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1031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houver mudança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Motivo, impacto e testes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01000" y="141732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57032" y="1673352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59368" y="1600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e tutor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75320" y="21031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Teams, sob demanda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 objetiva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registrada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514600" y="37490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70632" y="4005072"/>
            <a:ext cx="274320" cy="274320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3931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788920" y="4434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guiada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menos uma rodada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Tarefas e dificuldades reais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37490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8232" y="4005072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3931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46520" y="4434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Reunião única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da entrega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PDFs, vídeo, links e ZIP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5288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GAMEZONE  ·  FASE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com evidência real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extraídas da conversa do grupo, com dados sensíveis removidos.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527048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" y="1783080"/>
            <a:ext cx="0" cy="676656"/>
          </a:xfrm>
          <a:prstGeom prst="line">
            <a:avLst/>
          </a:prstGeom>
          <a:noFill/>
          <a:ln w="25400">
            <a:solidFill>
              <a:srgbClr val="2A2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17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05/09 · 13h15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88920" y="1417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Abordagem funcional escolhida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06440" y="1417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em código e correções WCAG.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2459736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" y="2715768"/>
            <a:ext cx="0" cy="676656"/>
          </a:xfrm>
          <a:prstGeom prst="line">
            <a:avLst/>
          </a:prstGeom>
          <a:noFill/>
          <a:ln w="25400">
            <a:solidFill>
              <a:srgbClr val="2A2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3500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05/09 · 13h16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8920" y="235000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 iniciais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06440" y="235000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Gustavo: código · Guilherme: documentação/vídeo · Gabriel: frontend · Enzo: apoio e revezamento.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3392424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" y="3648456"/>
            <a:ext cx="0" cy="676656"/>
          </a:xfrm>
          <a:prstGeom prst="line">
            <a:avLst/>
          </a:prstGeom>
          <a:noFill/>
          <a:ln w="25400">
            <a:solidFill>
              <a:srgbClr val="2A2B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28269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10/09 · 23h05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328269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 identificada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06440" y="328269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grupo decide consultar o professor sobre a Parte 1.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4325112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" y="4581144"/>
            <a:ext cx="0" cy="676656"/>
          </a:xfrm>
          <a:prstGeom prst="line">
            <a:avLst/>
          </a:prstGeom>
          <a:noFill/>
          <a:ln w="25400">
            <a:solidFill>
              <a:srgbClr val="2A2B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421538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10/09 · 23h14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88920" y="421538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 definido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06440" y="42153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Guilherme assume o contato e promete compartilhar a resposta.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77240" y="525780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51480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11/09 · 12h35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88920" y="51480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recebido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06440" y="51480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esclarece comunicação, ata, prints e registro de mudanças.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65288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GAMEZONE  ·  FASE 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exponencial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simulação transparente para o crescimento da comunidade.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U(t) = U₀ × (1 + r)ᵗ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usuários  ·  12% ao mês  ·  6 meses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usuários projetados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6634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acadêmica. A taxa constante não considera abandono, sazonalidade ou limite de mercado.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577840" y="1417320"/>
          <a:ext cx="57150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65288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GAMEZONE  ·  FASE 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Acessibilidade: problemas corrigidos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baseada em WCAG 2.2 A e AA.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673352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4168" y="1600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Teclado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de salto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no menu móvel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restaurado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Região rolável acessível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167335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1600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1031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no primeiro erro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associada ao campo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Instrução clara para correção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01000" y="141732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57032" y="1673352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59368" y="1600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Percepção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75320" y="21031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 mínimo corrigido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reduzido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 com tabela equivalente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34440" y="3977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300" dirty="0"/>
          </a:p>
        </p:txBody>
      </p:sp>
      <p:sp>
        <p:nvSpPr>
          <p:cNvPr id="17" name="Text 15"/>
          <p:cNvSpPr/>
          <p:nvPr/>
        </p:nvSpPr>
        <p:spPr>
          <a:xfrm>
            <a:off x="960120" y="4617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unitários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977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4300" dirty="0"/>
          </a:p>
        </p:txBody>
      </p:sp>
      <p:sp>
        <p:nvSpPr>
          <p:cNvPr id="19" name="Text 17"/>
          <p:cNvSpPr/>
          <p:nvPr/>
        </p:nvSpPr>
        <p:spPr>
          <a:xfrm>
            <a:off x="4983480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navegador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72600" y="3977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300" dirty="0"/>
          </a:p>
        </p:txBody>
      </p:sp>
      <p:sp>
        <p:nvSpPr>
          <p:cNvPr id="21" name="Text 19"/>
          <p:cNvSpPr/>
          <p:nvPr/>
        </p:nvSpPr>
        <p:spPr>
          <a:xfrm>
            <a:off x="8961120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violações Axe finais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5288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GAMEZONE  ·  FASE 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funcional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Sequência recomendada para o vídeo de até cinco minutos.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o catálogo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Pesquisar e filtrar uma review.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584448" y="16002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13048" y="18745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3813048" y="269748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Salvar um favorito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13048" y="342900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a persistência e a recomendação explicável.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37376" y="16002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5976" y="18745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6665976" y="269748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 impacto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65976" y="342900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Alterar taxa e período; comparar indicador, curva e tabela.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290304" y="16002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18904" y="18745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9518904" y="269748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acessibilidade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18904" y="3429000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teclado, menu com Escape e formulário inválido.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5288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GAMEZONE  ·  FASE 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ou low-code?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escolha considerou o tipo de dado disponível nesta fase.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4983480" cy="4114800"/>
          </a:xfrm>
          <a:prstGeom prst="roundRect">
            <a:avLst>
              <a:gd name="adj" fmla="val 1778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" y="1764792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7048" y="1691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no GameZone — escolhido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2194560"/>
            <a:ext cx="4434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fórmula precisa responder na hora aos parâmetros.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demonstração fica no mesmo fluxo do produto.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depende de conta ou permissão externa.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lógica pode ser coberta por testes unitários.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4983480" cy="4114800"/>
          </a:xfrm>
          <a:prstGeom prst="roundRect">
            <a:avLst>
              <a:gd name="adj" fmla="val 1778"/>
            </a:avLst>
          </a:prstGeom>
          <a:solidFill>
            <a:srgbClr val="101026"/>
          </a:solidFill>
          <a:ln w="12700">
            <a:solidFill>
              <a:srgbClr val="2A2B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5392" y="1764792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7728" y="1691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 — uso futuro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194560"/>
            <a:ext cx="4434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ou Looker Studio fariam sentido com métricas reais.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Nesta fase não existe histórico de aquisição ou retenção.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dashboard externo aumentaria a configuração sem melhorar a função exigida.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65288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GAMEZONE  ·  FASE 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amezon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594360"/>
            <a:ext cx="2560320" cy="8138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1828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GameZone mais claro, mensurável e acessível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1280160" y="2788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rastreável · Projeção transparente · Barreiras reais corrigidas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920240" y="38862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https://gamezone-source.github.io/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554480" y="440740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https://github.com/GameZone-source/GameZone-source.github.io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011680" y="52120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Vídeo: inserir link após publicação não listada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5288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GAMEZONE  ·  FASE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GameZone — Fase 5</dc:title>
  <dc:subject>Fase 5 — comunicação, impacto e acessibilidade</dc:subject>
  <dc:creator>Grupo GameZone</dc:creator>
  <cp:lastModifiedBy>Grupo GameZone</cp:lastModifiedBy>
  <cp:revision>1</cp:revision>
  <dcterms:created xsi:type="dcterms:W3CDTF">2026-09-11T22:22:38Z</dcterms:created>
  <dcterms:modified xsi:type="dcterms:W3CDTF">2026-09-11T22:22:38Z</dcterms:modified>
</cp:coreProperties>
</file>