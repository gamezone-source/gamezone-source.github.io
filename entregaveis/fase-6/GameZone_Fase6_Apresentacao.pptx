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FASE 6 — ANÁLISE, INTEGRAÇÃO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8FAFC"/>
                </a:solidFill>
                <a:latin typeface="Calibri"/>
              </a:rPr>
              <a:t>GameZone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4A3B8"/>
                </a:solidFill>
                <a:latin typeface="Calibri"/>
              </a:rPr>
              <a:t>Assistente de IA, testes estruturados e evolução organizada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Enzo Furlan — RM 255795 · Gabriel Camara da Silva — RM 573006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Gustavo Aiello Ribeiro Amado — RM 568935 · Guilherme Ribeiro Rosa — RM 572619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Enterprise Challenge · Palo Alto Networks — FIAP,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De catálogo editorial a comunidade de jogadores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394960" cy="393192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2D3EE"/>
                </a:solidFill>
                <a:latin typeface="Calibri"/>
              </a:rPr>
              <a:t>Até a Fase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Catálogo com reviews próprias (6 títulos)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Busca, filtros de gênero, plataforma e preço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Reviews detalhadas com critérios e pesos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Favoritos persistidos no navegador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Recomendações explicáveis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Endpoint público /api/reviews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212080" cy="393192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7C3AED"/>
                </a:solidFill>
                <a:latin typeface="Calibri"/>
              </a:rPr>
              <a:t>Visão de futuro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9748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Fórum e rede social de jogos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Contas de usuário e comunidade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Moderação assistida por IA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Chatbot de suporte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Fase 6: um passo planejado nessa direção.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1 — PLANEJAMENTO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Escopo, responsáveis e dependências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566160" cy="402336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Escopo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1. Assistente de IA (Parte 3)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2. Refatoração do motor de recomendação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3. Bateria estruturada de testes (Parte 2)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4. Documentação e vídeo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3566160" cy="402336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Responsáveis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Enzo — planejamento e motor (refactor)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Gabriel — lógica do assistente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Gustavo — interface e acessibilidade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Guilherme — testes e documentação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3383280" cy="402336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Dependências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2834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Motor extraído → lógica do assistente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Lógica → interface /assistente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Interface → testes e acessibilidade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Testes concluídos → relatório e vídeo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1 — PLANEJAMENTO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Cronograma: planejado × realizado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8412480" cy="8686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30552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Semana 1 · 19–25/10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30552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Planejamento, casos de teste do catálogo e refatoração do motor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011680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● Concluído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5808"/>
            <a:ext cx="8412480" cy="8686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Semana 2 · 26/10–01/11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54680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Lógica do assistente, interface /assistente e entrada no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035808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● Concluído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9936"/>
            <a:ext cx="8412480" cy="8686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7880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Semana 3 · 02–08/11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78808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Testes automatizados, bateria guiada, correções e auditoria WCAG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059936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● Concluído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84064"/>
            <a:ext cx="8412480" cy="8686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Semana 4 · 09–13/11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02936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Relatório, slides, vídeo, revisão e entrega na FIAP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084064"/>
            <a:ext cx="2194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● Em andamento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2 alterações de plano registradas e justificadas durante a fase (descobertas pelos testes).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2 — TESTES 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Validação estruturada da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566160" cy="15544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2D3EE"/>
                </a:solidFill>
                <a:latin typeface="Calibri"/>
              </a:rPr>
              <a:t>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cenários guiados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no navegador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566160" cy="15544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2D3EE"/>
                </a:solidFill>
                <a:latin typeface="Calibri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71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testes automatizados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(Vitest)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566160" cy="15544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2D3EE"/>
                </a:solidFill>
                <a:latin typeface="Calibri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71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verificações de acessibilidade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(Playwright + axe)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0881360" cy="20116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Catálogo: busca, filtros combinados, ordenação · Favoritos: persistência após recarregar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Contato: validação com foco no primeiro campo inválido · API: /api/reviews com 6 reviews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Assistente: gênero, pedido composto (gênero + plataforma + preço), sem correspondência e fora de escopo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2 — TESTES 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Problemas encontrados → corrigidos → re-testados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0881360" cy="192024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3AED"/>
                </a:solidFill>
                <a:latin typeface="Calibri"/>
              </a:rPr>
              <a:t>Bug 1 · Assistente roubava o foco inicial da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Tab ia direto para a conversa em vez do skip link (falha no teste de acessibilidade em /assistente).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Correção: foco automático somente após a primeira interação. Re-teste: 32/32 verificações aprovadas.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881360" cy="192024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3AED"/>
                </a:solidFill>
                <a:latin typeface="Calibri"/>
              </a:rPr>
              <a:t>Bug 2 · "Xbox" não casava com "Xbox Series"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CT-08: o assistente negava uma plataforma compatível por comparação literal de strings.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Correção: casamento tolerante (platformMatches) + teste de regressão. Re-teste: CT-08 aprovado, 55/55 testes.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3 — EVOLUÇÃO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8FAFC"/>
                </a:solidFill>
                <a:latin typeface="Calibri"/>
              </a:rPr>
              <a:t>Assistente GameZone: IA explicável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394960" cy="402336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Como funciona (100% local)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8463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1. Interpreta o pedido em português (gênero, plataforma, preço)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2. Cruza com as reviews do catálogo e os seus favoritos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3. Ranqueia por nota editorial e afinidade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F8FAFC"/>
                </a:solidFill>
                <a:latin typeface="Calibri"/>
              </a:rPr>
              <a:t>4. Responde sempre com a justificativa de cada sugestão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212080" cy="4023360"/>
          </a:xfrm>
          <a:prstGeom prst="rect">
            <a:avLst/>
          </a:prstGeom>
          <a:solidFill>
            <a:srgbClr val="171833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3AED"/>
                </a:solidFill>
                <a:latin typeface="Calibri"/>
              </a:rPr>
              <a:t>Exemplo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8FAFC"/>
                </a:solidFill>
                <a:latin typeface="Calibri"/>
              </a:rPr>
              <a:t>"jogo de corrida para Xbox até 200"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Forza Horizon 5 · nota 9.0 · R$ 199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4A3B8"/>
                </a:solidFill>
                <a:latin typeface="Calibri"/>
              </a:rPr>
              <a:t>É do gênero Corrida, que você pediu. Nota editorial 9.0, entre as melhores do catálogo. Disponível para Xbox. Preço ref. R$ 199, bom custo-benefício.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PARTE 3 — EVOLUÇÃO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Governança de IA: sem caixa-preta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881360" cy="749808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Explicabilidade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75688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Cada sugestão exibe as razões: gênero pedido, nota, plataforma, custo-benefício.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39"/>
            <a:ext cx="10881360" cy="749808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Limites declarados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44368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A interface informa que o agente só conhece as reviews da equipe e não decide a compra.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10881360" cy="749808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1304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Fallback honesto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13048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Sem correspondência ou pedido fora de escopo? O assistente admite — não inventa (CT-09, CT-10).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10881360" cy="749808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8172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Base controlada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81728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Responde apenas a partir do catálogo editorial próprio, sem conteúdo externo.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881360" cy="749808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0408"/>
            <a:ext cx="2651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D3EE"/>
                </a:solidFill>
                <a:latin typeface="Calibri"/>
              </a:rPr>
              <a:t>Auditável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550408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Calibri"/>
              </a:rPr>
              <a:t>Comportamento coberto por testes automatizados; código público no repositório.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8FAFC"/>
                </a:solidFill>
                <a:latin typeface="Calibri"/>
              </a:rPr>
              <a:t>O que a evolução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394960" cy="38404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Para o jogador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Uma frase basta: "RPG até 250 no PlayStation"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Sugestões respeitam o que já está no radar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Decisão de compra informada e explicada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Confiança: motivo sempre visível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212080" cy="3840480"/>
          </a:xfrm>
          <a:prstGeom prst="rect">
            <a:avLst/>
          </a:prstGeom>
          <a:solidFill>
            <a:srgbClr val="171833"/>
          </a:solidFill>
          <a:ln w="12700">
            <a:solidFill>
              <a:srgbClr val="2A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Para o produto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97480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Motivo de retorno ao site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Padrão "IA explicável" para a comunidade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F8FAFC"/>
                </a:solidFill>
                <a:latin typeface="Calibri"/>
              </a:rPr>
              <a:t>• Roadmap concretizado (chatbot planejado)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48056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7C3AED"/>
                </a:solidFill>
                <a:latin typeface="Calibri"/>
              </a:rPr>
              <a:t>Próximos: fórum com contas, moderação assistida por IA e integração com modelo de linguagem quando houver backend.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8FAFC"/>
                </a:solidFill>
                <a:latin typeface="Calibri"/>
              </a:rPr>
              <a:t>GameZone — jogue o que faz sentido para você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700" b="0">
                <a:solidFill>
                  <a:srgbClr val="F8FAFC"/>
                </a:solidFill>
                <a:latin typeface="Calibri"/>
              </a:rPr>
              <a:t>Site: gamezone-source.github.io</a:t>
            </a:r>
          </a:p>
          <a:p>
            <a:pPr algn="l">
              <a:lnSpc>
                <a:spcPct val="180000"/>
              </a:lnSpc>
            </a:pPr>
            <a:r>
              <a:rPr sz="1700" b="0">
                <a:solidFill>
                  <a:srgbClr val="F8FAFC"/>
                </a:solidFill>
                <a:latin typeface="Calibri"/>
              </a:rPr>
              <a:t>Repositório: github.com/GameZone-source/GameZone-source.github.io</a:t>
            </a:r>
          </a:p>
          <a:p>
            <a:pPr algn="l">
              <a:lnSpc>
                <a:spcPct val="180000"/>
              </a:lnSpc>
            </a:pPr>
            <a:r>
              <a:rPr sz="1700" b="1">
                <a:solidFill>
                  <a:srgbClr val="22D3EE"/>
                </a:solidFill>
                <a:latin typeface="Calibri"/>
              </a:rPr>
              <a:t>Vídeo (não listado): LINK A INSERIR</a:t>
            </a:r>
          </a:p>
          <a:p>
            <a:pPr algn="l">
              <a:lnSpc>
                <a:spcPct val="180000"/>
              </a:lnSpc>
            </a:pPr>
            <a:r>
              <a:rPr sz="1700" b="0">
                <a:solidFill>
                  <a:srgbClr val="F8FAFC"/>
                </a:solidFill>
                <a:latin typeface="Calibri"/>
              </a:rPr>
              <a:t>Assistente: gamezone-source.github.io/assistente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GameZone · Fase 6 — Análise, Integração e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